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妆策AI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B4D8"/>
                </a:solidFill>
              </a:rPr>
              <a:t>面向美妆新零售实战场景的智能推荐与营销转化平台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83280"/>
            <a:ext cx="5486400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4FD"/>
                </a:solidFill>
              </a:rPr>
              <a:t>🎯  美妆新零售实战赛 · 校赛参赛作品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519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4FD"/>
                </a:solidFill>
              </a:rPr>
              <a:t>🏆  聚焦抖音电商 · DEAR SEED 玫瑰修护洗发水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4FD"/>
                </a:solidFill>
              </a:rPr>
              <a:t>🤖  15+ AI算法 · 27,512条真实数据 · 34张可视化图表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309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88899"/>
                </a:solidFill>
              </a:rPr>
              <a:t>Team Zhuangce AI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目录 Table of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妆策AI · 美妆新零售实战赛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486400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4864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0515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痛点分析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4630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美妆电商三大核心痛点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84832"/>
            <a:ext cx="5486400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084832"/>
            <a:ext cx="54864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176272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1305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核心技术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54203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六维评分 + 五目标优化 + 15+算法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63824"/>
            <a:ext cx="5486400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163824"/>
            <a:ext cx="54864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255264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209544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平台功能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62102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爆款预测 / 推荐 / 内容生成 / 仪表盘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42816"/>
            <a:ext cx="5486400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242816"/>
            <a:ext cx="54864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334256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28853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商业模式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70001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三方共赢生态 + SaaS授权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321808"/>
            <a:ext cx="5486400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321808"/>
            <a:ext cx="54864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413248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36752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差异化优势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77900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vs 竞品对比分析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1005840"/>
            <a:ext cx="5486400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1005840"/>
            <a:ext cx="54864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10972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10515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实施计划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14630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三阶段12个月路线图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2084832"/>
            <a:ext cx="5486400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35040" y="2084832"/>
            <a:ext cx="54864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2176272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21305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核心创新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254203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六维雷达图 + 转化漏斗 + 多目标优化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3163824"/>
            <a:ext cx="5486400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35040" y="3163824"/>
            <a:ext cx="54864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3255264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3209544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数据可视化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362102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34张图表 + 21个JSON验证结果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4242816"/>
            <a:ext cx="5486400" cy="914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35040" y="4242816"/>
            <a:ext cx="54864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4334256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428853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总结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470001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完成度清单 · 核心价值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300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痛点分析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妆策AI · 美妆新零售实战赛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11338560" cy="1600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73152" cy="16002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❶ 选品靠感觉，无数据支撑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</a:rPr>
              <a:t>运营人员依赖经验选品，缺乏算法预测，选错产品成本高昂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65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0"/>
                </a:solidFill>
              </a:rPr>
              <a:t>→ 妆策AI 六维评分系统量化传播潜力，GBDT预测AUC=0.9993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43200"/>
            <a:ext cx="11338560" cy="1600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743200"/>
            <a:ext cx="73152" cy="16002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❷ 内容同质化严重，爆款难复制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246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</a:rPr>
              <a:t>洗发水赛道内容千篇一律，缺乏基于数据的差异化内容策略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03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0"/>
                </a:solidFill>
              </a:rPr>
              <a:t>→ UCB/Thompson最优臂识别，TF-IDF精准提取高权重卖点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480560"/>
            <a:ext cx="11338560" cy="1600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480560"/>
            <a:ext cx="73152" cy="16002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❸ 运营靠感觉，时机全靠猜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</a:rPr>
              <a:t>投放时间随机，未能利用平台流量规律，ROI低下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0"/>
                </a:solidFill>
              </a:rPr>
              <a:t>→ ARIMA时序预测，开学季boost=1.15，精准锁定投放窗口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300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核心技术 · 算法体系全景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妆策AI · 美妆新零售实战赛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283464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9875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预测模块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GBDT 购买预测  AUC=0.9993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560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697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ARIMA 时序预测  7天销量曲线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703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840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OLS 价格弹性  β=-0.9515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846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983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DIN 深度兴趣  购买分离度2.08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64408" y="960120"/>
            <a:ext cx="2834640" cy="38404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55848" y="9875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推荐模块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64408" y="1417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55848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LightGCN 图推荐  HR@10=0.8413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2560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55848" y="2697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SASRec 序列推荐  HR@10=0.0056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64408" y="3703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55848" y="3840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SVD 矩阵分解  解释方差70.3%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64408" y="4846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55848" y="4983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ItemCF 协同过滤  命中率28.8%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960120"/>
            <a:ext cx="2834640" cy="38404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0216" y="9875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用户分析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08776" y="1417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0216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K-Means 用户聚类（5类）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08776" y="2560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0216" y="2697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RFM 用户分层（4级）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08776" y="3703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0216" y="3840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Markov Chain 行为预测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08776" y="4846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0216" y="4983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对比学习 轮廓系数+30%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53144" y="960120"/>
            <a:ext cx="2834640" cy="384048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44584" y="9875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内容优化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53144" y="1417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44584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TF-IDF 卖点提取  修护权重13.76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53144" y="2560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44584" y="2697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LDA 主题模型  5个内容主题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53144" y="3703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44584" y="3840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UCB 多臂老虎机  教程合集最优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53144" y="4846320"/>
            <a:ext cx="283464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44584" y="4983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Thompson Sampling  策略优化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6217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</a:rPr>
              <a:t>共 15+ 算法 · 10个分析脚本全部通过 · 34张可视化图表 · 21个JSON验证文件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300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核心技术 · 六维产品传播潜力评分系统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妆策AI · 美妆新零售实战赛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99"/>
                </a:solidFill>
              </a:rPr>
              <a:t>DEAR SEED 玫瑰修护洗发水  ·  综合传播潜力评分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804672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800" b="1" i="0">
                <a:solidFill>
                  <a:srgbClr val="FFC300"/>
                </a:solidFill>
              </a:rPr>
              <a:t>7.50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D1 内容传播潜力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5361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权重20%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554480"/>
            <a:ext cx="3200400" cy="25603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554480"/>
            <a:ext cx="240030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5087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</a:rPr>
              <a:t>7.5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5087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UCB/Thompson Sampling｜教程合集转化率3.67%最优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3317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D2 购买转化概率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3591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权重20%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377440"/>
            <a:ext cx="3200400" cy="25603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3280" y="2377440"/>
            <a:ext cx="272034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</a:rPr>
              <a:t>8.5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3317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GBDT购买预测｜AUC=0.9993，精准率极高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15468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D3 人群精准匹配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31821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权重20%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3200400"/>
            <a:ext cx="3200400" cy="25603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83280" y="3200400"/>
            <a:ext cx="224028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1546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</a:rPr>
              <a:t>7.0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1546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K-Means + RFM分层｜学生党聚类命中率高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9776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D4 时间窗口质量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0050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权重15%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4023360"/>
            <a:ext cx="3200400" cy="25603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83280" y="4023360"/>
            <a:ext cx="256032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39776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</a:rPr>
              <a:t>8.0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9776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ARIMA时序预测｜开学季boost=1.15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8006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D5 商品关联强度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48280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权重15%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3280" y="4846320"/>
            <a:ext cx="3200400" cy="25603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83280" y="4846320"/>
            <a:ext cx="240030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48006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</a:rPr>
              <a:t>7.5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48006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LightGCN + Apriori｜HR@10=0.8413，lift&gt;1.2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56235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D6 价格竞争力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06040" y="56509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权重10%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280" y="5669280"/>
            <a:ext cx="3200400" cy="25603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83280" y="5669280"/>
            <a:ext cx="208026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56235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</a:rPr>
              <a:t>6.5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56235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99"/>
                </a:solidFill>
              </a:rPr>
              <a:t>OLS价格弹性回归｜β=-0.9515，100-150元存在压力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300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平台功能 · 四大核心页面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妆策AI · 美妆新零售实战赛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14400"/>
            <a:ext cx="2743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94183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🔮 爆款预测页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71600"/>
            <a:ext cx="274320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0876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输入产品名/SKU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3172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六维评分雷达图展示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5468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最佳投放时间建议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776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风险预警提示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27832" y="914400"/>
            <a:ext cx="2743200" cy="4572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9272" y="94183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🎯 智能推荐页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27832" y="1371600"/>
            <a:ext cx="274320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0712" y="150876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相似商品推荐（LightGCN）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233172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目标人群画像卡片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0712" y="315468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场景标签匹配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0712" y="39776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平台策略建议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35624" y="914400"/>
            <a:ext cx="2743200" cy="4572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27064" y="94183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✍️ 内容生成页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35624" y="1371600"/>
            <a:ext cx="274320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8504" y="150876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抖音短视频标题3条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233172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直播开场/逼单话术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504" y="315468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视频hook前3秒脚本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8504" y="39776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种草文案（小红书风格）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43416" y="914400"/>
            <a:ext cx="2743200" cy="457200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34856" y="94183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📊 数据仪表盘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43416" y="1371600"/>
            <a:ext cx="2743200" cy="5029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26296" y="150876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实时运营数据概览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6296" y="233172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转化漏斗可视化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26296" y="315468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GMV目标进度追踪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6296" y="3977640"/>
            <a:ext cx="2423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竞赛观测点达成率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6446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99"/>
                </a:solidFill>
              </a:rPr>
              <a:t>技术栈：Flask后端 + Vue3 + ECharts + Element Plus  |  5个核心API: /predict  /recommend  /content/generate  /dashboard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300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商业模式 · 三方共赢生态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妆策AI · 美妆新零售实战赛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356616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3566160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品牌方
（DEAR SEED等）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AI六维评分筛选高潜产品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26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TF-IDF精准提取卖点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31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ARIMA预测最佳推广时间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937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0"/>
                </a:solidFill>
              </a:rPr>
              <a:t>→ 降低试错成本，提升ROI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80" y="960120"/>
            <a:ext cx="356616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69080" y="960120"/>
            <a:ext cx="3566160" cy="82296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10058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平台
（抖音电商）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1920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差异化高质量内容供给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2926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LightGCN图推荐提升转化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931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K-Means精准用户分群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937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0"/>
                </a:solidFill>
              </a:rPr>
              <a:t>→ 提升用户停留时长和GMV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960120"/>
            <a:ext cx="356616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18120" y="960120"/>
            <a:ext cx="3566160" cy="82296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0" y="10058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消费者
（学生党女性）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1920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SVD个性化推荐匹配真需求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2926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价格竞争力评分找高性价比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3931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AI内容质量高，告别劣质广告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4937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0"/>
                </a:solidFill>
              </a:rPr>
              <a:t>→ 改善购物体验，降低决策成本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6217920"/>
            <a:ext cx="11430000" cy="457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245352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收入模型：SaaS年费（品牌方订阅）+ 竞赛阶段GMV分成（每周≥300元带货目标）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300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差异化优势 · vs 竞品对比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妆策AI · 美妆新零售实战赛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14400"/>
            <a:ext cx="2231136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932688"/>
            <a:ext cx="2148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能力维度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914400"/>
            <a:ext cx="2688336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93268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传统电商运营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40680" y="914400"/>
            <a:ext cx="2688336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13832" y="93268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通用内容工具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914400"/>
            <a:ext cx="3419856" cy="457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932688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</a:rPr>
              <a:t>妆策AI（本项目）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17320"/>
            <a:ext cx="2231136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463040"/>
            <a:ext cx="2103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选品决策依据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1417320"/>
            <a:ext cx="2688336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1463040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经验/感觉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1417320"/>
            <a:ext cx="2688336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32120" y="1463040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关键词热度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417320"/>
            <a:ext cx="3419856" cy="62179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463040"/>
            <a:ext cx="32918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300"/>
                </a:solidFill>
              </a:rPr>
              <a:t>六维算法评分（AUC=0.9993）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084832"/>
            <a:ext cx="2231136" cy="621792"/>
          </a:xfrm>
          <a:prstGeom prst="rect">
            <a:avLst/>
          </a:prstGeom>
          <a:solidFill>
            <a:srgbClr val="14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130552"/>
            <a:ext cx="2103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内容策略来源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2084832"/>
            <a:ext cx="2688336" cy="621792"/>
          </a:xfrm>
          <a:prstGeom prst="rect">
            <a:avLst/>
          </a:prstGeom>
          <a:solidFill>
            <a:srgbClr val="14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2130552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人工撰写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40680" y="2084832"/>
            <a:ext cx="2688336" cy="621792"/>
          </a:xfrm>
          <a:prstGeom prst="rect">
            <a:avLst/>
          </a:prstGeom>
          <a:solidFill>
            <a:srgbClr val="14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0" y="2130552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模板套用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2084832"/>
            <a:ext cx="3419856" cy="62179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2130552"/>
            <a:ext cx="32918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300"/>
                </a:solidFill>
              </a:rPr>
              <a:t>UCB/Thompson Sampling最优策略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752344"/>
            <a:ext cx="2231136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2798064"/>
            <a:ext cx="2103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投放时机判断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1760" y="2752344"/>
            <a:ext cx="2688336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0" y="2798064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运营感知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40680" y="2752344"/>
            <a:ext cx="2688336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32120" y="2798064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平台建议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2752344"/>
            <a:ext cx="3419856" cy="62179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2798064"/>
            <a:ext cx="32918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300"/>
                </a:solidFill>
              </a:rPr>
              <a:t>ARIMA时序预测（boost=1.15）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419856"/>
            <a:ext cx="2231136" cy="621792"/>
          </a:xfrm>
          <a:prstGeom prst="rect">
            <a:avLst/>
          </a:prstGeom>
          <a:solidFill>
            <a:srgbClr val="14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3465576"/>
            <a:ext cx="2103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用户画像来源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51760" y="3419856"/>
            <a:ext cx="2688336" cy="621792"/>
          </a:xfrm>
          <a:prstGeom prst="rect">
            <a:avLst/>
          </a:prstGeom>
          <a:solidFill>
            <a:srgbClr val="14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0" y="3465576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粗糙分层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40680" y="3419856"/>
            <a:ext cx="2688336" cy="621792"/>
          </a:xfrm>
          <a:prstGeom prst="rect">
            <a:avLst/>
          </a:prstGeom>
          <a:solidFill>
            <a:srgbClr val="14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32120" y="3465576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3419856"/>
            <a:ext cx="3419856" cy="62179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3465576"/>
            <a:ext cx="32918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300"/>
                </a:solidFill>
              </a:rPr>
              <a:t>K-Means聚类+RFM精细分层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087368"/>
            <a:ext cx="2231136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4133088"/>
            <a:ext cx="2103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推荐逻辑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51760" y="4087368"/>
            <a:ext cx="2688336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0" y="4133088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同类热销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40680" y="4087368"/>
            <a:ext cx="2688336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32120" y="4133088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协同过滤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4087368"/>
            <a:ext cx="3419856" cy="62179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21040" y="4133088"/>
            <a:ext cx="32918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300"/>
                </a:solidFill>
              </a:rPr>
              <a:t>LightGCN图神经网络（HR@10=0.84）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754880"/>
            <a:ext cx="2231136" cy="621792"/>
          </a:xfrm>
          <a:prstGeom prst="rect">
            <a:avLst/>
          </a:prstGeom>
          <a:solidFill>
            <a:srgbClr val="14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4800600"/>
            <a:ext cx="2103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数据基础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51760" y="4754880"/>
            <a:ext cx="2688336" cy="621792"/>
          </a:xfrm>
          <a:prstGeom prst="rect">
            <a:avLst/>
          </a:prstGeom>
          <a:solidFill>
            <a:srgbClr val="14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0" y="4800600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40680" y="4754880"/>
            <a:ext cx="2688336" cy="621792"/>
          </a:xfrm>
          <a:prstGeom prst="rect">
            <a:avLst/>
          </a:prstGeom>
          <a:solidFill>
            <a:srgbClr val="14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32120" y="4800600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部分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0" y="4754880"/>
            <a:ext cx="3419856" cy="62179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21040" y="4800600"/>
            <a:ext cx="32918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300"/>
                </a:solidFill>
              </a:rPr>
              <a:t>27,512条真实销售数据+66MB行为数据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5422392"/>
            <a:ext cx="2231136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5468112"/>
            <a:ext cx="2103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算法可解释性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651760" y="5422392"/>
            <a:ext cx="2688336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43200" y="5468112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无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40680" y="5422392"/>
            <a:ext cx="2688336" cy="62179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32120" y="5468112"/>
            <a:ext cx="2560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低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29600" y="5422392"/>
            <a:ext cx="3419856" cy="62179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21040" y="5468112"/>
            <a:ext cx="32918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C300"/>
                </a:solidFill>
              </a:rPr>
              <a:t>每维度有算法溯源，可追溯可复现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300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实施计划 · 三阶段路线图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妆策AI · 美妆新零售实战赛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14400"/>
            <a:ext cx="365760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93268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Phase 1
技术验证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005840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A1A2E"/>
                </a:solidFill>
              </a:rPr>
              <a:t>已完成 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63040"/>
            <a:ext cx="3657600" cy="4709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55448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10个数据分析脚本全部通过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3042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15+算法实现并验证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054096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27,512条真实数据处理完成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803904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34张图表+21个JSON输出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55371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MVP产品确认（DEAR SEED）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3035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竞赛评分适配方案制定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914400"/>
            <a:ext cx="3657600" cy="54864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93268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Phase 2
产品开发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005840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A1A2E"/>
                </a:solidFill>
              </a:rPr>
              <a:t>进行中（5-8天）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1463040"/>
            <a:ext cx="3657600" cy="4709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155448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Flask后端5个核心API开发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23042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Vue3+ECharts前端页面完善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3054096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前后端联调部署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3803904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六维评分雷达图可视化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455371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内容生成模块集成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53035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答辩PPT制作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914400"/>
            <a:ext cx="3657600" cy="54864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93268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</a:rPr>
              <a:t>Phase 3
实战运营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5560" y="1005840"/>
            <a:ext cx="13898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A1A2E"/>
                </a:solidFill>
              </a:rPr>
              <a:t>待启动（竞赛期间）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01000" y="1463040"/>
            <a:ext cx="3657600" cy="4709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155448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15个账号开通并绑定赛事平台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23042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签订合作协议（必须项）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3054096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每周5条短视频/图文发布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3803904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每周1场有效直播（≥2小时）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55371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每周GMV目标≥300元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53035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▸  竞赛观测点持续达成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300"/>
                </a:solidFill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核心创新 · 五大创新点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妆策AI · 美妆新零售实战赛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5760720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502920" cy="1737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051560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六维产品传播潜力评分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490472"/>
            <a:ext cx="5074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将选品决策从「感觉判断」升级为「算法量化」，每维度均有真实算法证据支撑，可解释、可追溯、可复现。DEAR SEED综合评分7.50/10。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834639"/>
            <a:ext cx="5760720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834639"/>
            <a:ext cx="502920" cy="173736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383279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926079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五目标内容投放多目标优化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64991"/>
            <a:ext cx="5074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同时优化关键词匹配(35%)+时间窗口(25%)+制作成本(20%)+购买意愿(10%)+价格匹配(10%)，每周生成最优内容日历。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709158"/>
            <a:ext cx="5760720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709158"/>
            <a:ext cx="502920" cy="173736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57798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00598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Markov Chain用户转化漏斗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39510"/>
            <a:ext cx="5074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基于用户行为序列的马尔可夫链建模，识别浏览→加购→购买的最优引导路径，精准干预不同阶段用户。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960120"/>
            <a:ext cx="5760720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960120"/>
            <a:ext cx="502920" cy="1737360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508760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1051560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AI端到端内容生成闭环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1490472"/>
            <a:ext cx="5074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TF-IDF提取卖点→UCB选择最优内容形式→AI生成抖音标题/直播话术/视频Hook，实现「数据驱动内容」完整闭环。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2834639"/>
            <a:ext cx="5760720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2834639"/>
            <a:ext cx="502920" cy="1737360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383279"/>
            <a:ext cx="411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926079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图神经网络商品关联推荐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364991"/>
            <a:ext cx="5074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LightGCN构建商品图谱，HR@10=0.8413，NDCG@10=0.7031，精准识别修护洗发与护发精华的跨品类关联带货机会。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300"/>
                </a:solidFill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数据可视化 · 关键算法指标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妆策AI · 美妆新零售实战赛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27432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27432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097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GBDT购买预测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4173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C300"/>
                </a:solidFill>
              </a:rPr>
              <a:t>0.9993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AUC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27832" y="960120"/>
            <a:ext cx="27432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27832" y="960120"/>
            <a:ext cx="2743200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097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LightGCN图推荐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4173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C300"/>
                </a:solidFill>
              </a:rPr>
              <a:t>0.8413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HR@10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5624" y="960120"/>
            <a:ext cx="27432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35624" y="960120"/>
            <a:ext cx="2743200" cy="7315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097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LightGCN图推荐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4173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C300"/>
                </a:solidFill>
              </a:rPr>
              <a:t>0.7031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NDCG@10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43416" y="960120"/>
            <a:ext cx="27432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43416" y="960120"/>
            <a:ext cx="2743200" cy="7315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097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UCB最优内容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4173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C300"/>
                </a:solidFill>
              </a:rPr>
              <a:t>3.67%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3144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最优转化率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560320"/>
            <a:ext cx="27432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2560320"/>
            <a:ext cx="2743200" cy="73152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2697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对比学习增强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" y="30175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C300"/>
                </a:solidFill>
              </a:rPr>
              <a:t>+30.01%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" y="3611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轮廓系数↑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27832" y="2560320"/>
            <a:ext cx="27432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27832" y="2560320"/>
            <a:ext cx="27432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7560" y="2697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ARIMA时序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30175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C300"/>
                </a:solidFill>
              </a:rPr>
              <a:t>×1.15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3611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开学季boost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35624" y="2560320"/>
            <a:ext cx="27432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35624" y="2560320"/>
            <a:ext cx="2743200" cy="7315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45352" y="2697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OLS价格弹性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30175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C300"/>
                </a:solidFill>
              </a:rPr>
              <a:t>-0.9515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45352" y="3611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弹性系数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43416" y="2560320"/>
            <a:ext cx="274320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43416" y="2560320"/>
            <a:ext cx="2743200" cy="73152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53144" y="2697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SVD矩阵分解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53144" y="30175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C300"/>
                </a:solidFill>
              </a:rPr>
              <a:t>70.27%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53144" y="3611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解释方差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</a:rPr>
              <a:t>完整验证：34张可视化图表  +  21个JSON输出文件  +  27,512条真实销售数据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300"/>
                </a:solidFill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总结 · 核心价值与完成度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妆策AI · 美妆新零售实战赛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14400"/>
            <a:ext cx="594360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✅  完成度清单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80"/>
                </a:solidFill>
              </a:rPr>
              <a:t>✓  真实场景分析（美妆新零售·抖音电商）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29967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80"/>
                </a:solidFill>
              </a:rPr>
              <a:t>✓  用户画像确认（学生党·18-22岁·100-150元）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51174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80"/>
                </a:solidFill>
              </a:rPr>
              <a:t>✓  痛点挖掘（同质化内容/无算法选品/缺时序策略）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72381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80"/>
                </a:solidFill>
              </a:rPr>
              <a:t>✓  算法设计与实现（15+算法·10个脚本·700+行代码）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93588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80"/>
                </a:solidFill>
              </a:rPr>
              <a:t>✓  真实数据验证（27,512条销售+66MB行为数据）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795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80"/>
                </a:solidFill>
              </a:rPr>
              <a:t>✓  运行结果验证（34张图表+21个JSON输出文件）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36002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80"/>
                </a:solidFill>
              </a:rPr>
              <a:t>✓  六维评分框架（每维度有算法证据，可追溯）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57209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80"/>
                </a:solidFill>
              </a:rPr>
              <a:t>✓  内容运营方案（每周5条短视频+1场直播+300GMV）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78416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80"/>
                </a:solidFill>
              </a:rPr>
              <a:t>✓  竞赛评分适配（创新+创意强覆盖，运营待启动）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914400"/>
            <a:ext cx="5349240" cy="5394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960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💡  核心价值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1508760"/>
            <a:ext cx="5212080" cy="1417320"/>
          </a:xfrm>
          <a:prstGeom prst="rect">
            <a:avLst/>
          </a:prstGeom>
          <a:solidFill>
            <a:srgbClr val="14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37960" y="1508760"/>
            <a:ext cx="54864" cy="141732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6002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解决真实问题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19659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运营靠感觉 → AI六维评分
内容同质化 → 最优策略推荐
时机全靠猜 → ARIMA时序预测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063240"/>
            <a:ext cx="5212080" cy="1417320"/>
          </a:xfrm>
          <a:prstGeom prst="rect">
            <a:avLst/>
          </a:prstGeom>
          <a:solidFill>
            <a:srgbClr val="14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37960" y="3063240"/>
            <a:ext cx="54864" cy="141732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315468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技术创新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5204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六维产品评分 · 五目标优化
Markov转化漏斗 · 图神经推荐
AI端到端内容生成闭环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4617720"/>
            <a:ext cx="5212080" cy="1417320"/>
          </a:xfrm>
          <a:prstGeom prst="rect">
            <a:avLst/>
          </a:prstGeom>
          <a:solidFill>
            <a:srgbClr val="14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37960" y="4617720"/>
            <a:ext cx="54864" cy="141732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7091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可立即实施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0749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完整代码已验证运行
商业模式清晰可落地
三阶段实施路线已规划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6400800"/>
            <a:ext cx="11521440" cy="34747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2823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「用数据说话，让AI为美妆新零售赋能」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FFFFFF"/>
                </a:solidFill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B4D8"/>
                </a:solidFill>
              </a:rPr>
              <a:t>Thank you for listening!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8899"/>
                </a:solidFill>
              </a:rPr>
              <a:t>妆策AI · 美妆新零售实战赛 · 校赛参赛作品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